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54E"/>
    <a:srgbClr val="E96900"/>
    <a:srgbClr val="429130"/>
    <a:srgbClr val="006EAE"/>
    <a:srgbClr val="C637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58"/>
  </p:normalViewPr>
  <p:slideViewPr>
    <p:cSldViewPr snapToGrid="0">
      <p:cViewPr varScale="1">
        <p:scale>
          <a:sx n="106" d="100"/>
          <a:sy n="106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8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6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9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7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1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4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3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178A5-ED8F-F442-9F91-AFAC81D678B0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314EA-8B96-AD4A-9993-295098FD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1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image" Target="../media/image1.sv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15" Type="http://schemas.openxmlformats.org/officeDocument/2006/relationships/image" Target="../media/image4.svg"/><Relationship Id="rId9" Type="http://schemas.openxmlformats.org/officeDocument/2006/relationships/image" Target="../media/image8.png"/><Relationship Id="rId1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9.svg"/><Relationship Id="rId5" Type="http://schemas.openxmlformats.org/officeDocument/2006/relationships/image" Target="../media/image17.png"/><Relationship Id="rId10" Type="http://schemas.openxmlformats.org/officeDocument/2006/relationships/image" Target="../media/image18.sv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9F46AF8C-2C18-4002-BB36-7AD4150327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458" y="315788"/>
            <a:ext cx="2145958" cy="1622738"/>
          </a:xfrm>
          <a:prstGeom prst="rect">
            <a:avLst/>
          </a:prstGeom>
        </p:spPr>
      </p:pic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28BAE413-4EF3-436B-B7C5-90060A6E7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458" y="1955153"/>
            <a:ext cx="2145958" cy="16227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441F49-2EC7-F61D-149C-078E40CD8124}"/>
              </a:ext>
            </a:extLst>
          </p:cNvPr>
          <p:cNvCxnSpPr>
            <a:cxnSpLocks/>
          </p:cNvCxnSpPr>
          <p:nvPr/>
        </p:nvCxnSpPr>
        <p:spPr>
          <a:xfrm>
            <a:off x="2002575" y="1124635"/>
            <a:ext cx="101854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pezoid 9">
            <a:extLst>
              <a:ext uri="{FF2B5EF4-FFF2-40B4-BE49-F238E27FC236}">
                <a16:creationId xmlns:a16="http://schemas.microsoft.com/office/drawing/2014/main" id="{9E7A3B6E-296C-97CA-A6A8-1C80A83CA5A0}"/>
              </a:ext>
            </a:extLst>
          </p:cNvPr>
          <p:cNvSpPr/>
          <p:nvPr/>
        </p:nvSpPr>
        <p:spPr>
          <a:xfrm rot="5400000">
            <a:off x="2976662" y="760354"/>
            <a:ext cx="1340747" cy="827903"/>
          </a:xfrm>
          <a:prstGeom prst="trapezoid">
            <a:avLst>
              <a:gd name="adj" fmla="val 43571"/>
            </a:avLst>
          </a:prstGeom>
          <a:solidFill>
            <a:srgbClr val="4291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7CF9A01E-4E9B-2BFD-56BE-78C7C59FE061}"/>
              </a:ext>
            </a:extLst>
          </p:cNvPr>
          <p:cNvSpPr/>
          <p:nvPr/>
        </p:nvSpPr>
        <p:spPr>
          <a:xfrm rot="16200000">
            <a:off x="5445948" y="760352"/>
            <a:ext cx="1340747" cy="827903"/>
          </a:xfrm>
          <a:prstGeom prst="trapezoid">
            <a:avLst>
              <a:gd name="adj" fmla="val 43571"/>
            </a:avLst>
          </a:prstGeom>
          <a:solidFill>
            <a:srgbClr val="4291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7B3E5-AD54-317F-B0A9-1C69178597C1}"/>
              </a:ext>
            </a:extLst>
          </p:cNvPr>
          <p:cNvSpPr/>
          <p:nvPr/>
        </p:nvSpPr>
        <p:spPr>
          <a:xfrm>
            <a:off x="4221623" y="840672"/>
            <a:ext cx="1320111" cy="667265"/>
          </a:xfrm>
          <a:prstGeom prst="rect">
            <a:avLst/>
          </a:prstGeom>
          <a:solidFill>
            <a:srgbClr val="4291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Latent</a:t>
            </a:r>
          </a:p>
          <a:p>
            <a:pPr algn="ctr"/>
            <a:r>
              <a:rPr lang="en-US" dirty="0"/>
              <a:t>Generator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40AFA-A2AD-EAE2-7675-012292C8F3B1}"/>
              </a:ext>
            </a:extLst>
          </p:cNvPr>
          <p:cNvSpPr txBox="1"/>
          <p:nvPr/>
        </p:nvSpPr>
        <p:spPr>
          <a:xfrm>
            <a:off x="3196012" y="989636"/>
            <a:ext cx="98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2D602-7EE8-8E19-F2B4-A5E7B268ED6B}"/>
              </a:ext>
            </a:extLst>
          </p:cNvPr>
          <p:cNvSpPr txBox="1"/>
          <p:nvPr/>
        </p:nvSpPr>
        <p:spPr>
          <a:xfrm>
            <a:off x="5628228" y="992762"/>
            <a:ext cx="98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B2F6ED-BE36-A8E8-7E77-DEF869047774}"/>
              </a:ext>
            </a:extLst>
          </p:cNvPr>
          <p:cNvSpPr/>
          <p:nvPr/>
        </p:nvSpPr>
        <p:spPr>
          <a:xfrm>
            <a:off x="3072448" y="355746"/>
            <a:ext cx="3682313" cy="162273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0E9FCCB5-691E-31FB-BB97-BE6441C95A78}"/>
              </a:ext>
            </a:extLst>
          </p:cNvPr>
          <p:cNvSpPr/>
          <p:nvPr/>
        </p:nvSpPr>
        <p:spPr>
          <a:xfrm rot="5400000">
            <a:off x="7739016" y="760354"/>
            <a:ext cx="1340747" cy="827903"/>
          </a:xfrm>
          <a:prstGeom prst="trapezoid">
            <a:avLst>
              <a:gd name="adj" fmla="val 43571"/>
            </a:avLst>
          </a:prstGeom>
          <a:solidFill>
            <a:srgbClr val="E96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3E7AA3B4-C689-6AE5-5E44-4CF6BE25CCF7}"/>
              </a:ext>
            </a:extLst>
          </p:cNvPr>
          <p:cNvSpPr/>
          <p:nvPr/>
        </p:nvSpPr>
        <p:spPr>
          <a:xfrm rot="16200000">
            <a:off x="10208302" y="760352"/>
            <a:ext cx="1340747" cy="827903"/>
          </a:xfrm>
          <a:prstGeom prst="trapezoid">
            <a:avLst>
              <a:gd name="adj" fmla="val 43571"/>
            </a:avLst>
          </a:prstGeom>
          <a:solidFill>
            <a:srgbClr val="E96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B86647-07CE-BE36-F30F-E63E136D619B}"/>
              </a:ext>
            </a:extLst>
          </p:cNvPr>
          <p:cNvSpPr/>
          <p:nvPr/>
        </p:nvSpPr>
        <p:spPr>
          <a:xfrm>
            <a:off x="8983977" y="840672"/>
            <a:ext cx="1320111" cy="667265"/>
          </a:xfrm>
          <a:prstGeom prst="rect">
            <a:avLst/>
          </a:prstGeom>
          <a:solidFill>
            <a:srgbClr val="E96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Latent</a:t>
            </a:r>
            <a:endParaRPr lang="en-US" dirty="0"/>
          </a:p>
          <a:p>
            <a:pPr algn="ctr"/>
            <a:r>
              <a:rPr lang="en-US" dirty="0"/>
              <a:t>Generator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B289D-8816-B04B-F923-5B4A58DFC21F}"/>
              </a:ext>
            </a:extLst>
          </p:cNvPr>
          <p:cNvSpPr txBox="1"/>
          <p:nvPr/>
        </p:nvSpPr>
        <p:spPr>
          <a:xfrm>
            <a:off x="7958366" y="989636"/>
            <a:ext cx="98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7E7771-81E0-37E3-1F46-2457D814FDCF}"/>
              </a:ext>
            </a:extLst>
          </p:cNvPr>
          <p:cNvSpPr txBox="1"/>
          <p:nvPr/>
        </p:nvSpPr>
        <p:spPr>
          <a:xfrm>
            <a:off x="10390582" y="992762"/>
            <a:ext cx="98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9F72DE-262F-39BF-8803-5835E95E3D13}"/>
              </a:ext>
            </a:extLst>
          </p:cNvPr>
          <p:cNvSpPr/>
          <p:nvPr/>
        </p:nvSpPr>
        <p:spPr>
          <a:xfrm>
            <a:off x="7834802" y="355746"/>
            <a:ext cx="3682313" cy="162273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C2543F-7707-C42D-9A5D-80A31670C165}"/>
                  </a:ext>
                </a:extLst>
              </p:cNvPr>
              <p:cNvSpPr txBox="1"/>
              <p:nvPr/>
            </p:nvSpPr>
            <p:spPr>
              <a:xfrm>
                <a:off x="1865618" y="663848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C2543F-7707-C42D-9A5D-80A31670C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618" y="663848"/>
                <a:ext cx="116975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4407F0-98EC-EF4F-0525-3A5C1584682A}"/>
                  </a:ext>
                </a:extLst>
              </p:cNvPr>
              <p:cNvSpPr txBox="1"/>
              <p:nvPr/>
            </p:nvSpPr>
            <p:spPr>
              <a:xfrm>
                <a:off x="1865618" y="2286586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4407F0-98EC-EF4F-0525-3A5C15846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618" y="2286586"/>
                <a:ext cx="116975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24C41F-D79B-BF81-5198-1AB2FBDE2B61}"/>
              </a:ext>
            </a:extLst>
          </p:cNvPr>
          <p:cNvCxnSpPr>
            <a:cxnSpLocks/>
          </p:cNvCxnSpPr>
          <p:nvPr/>
        </p:nvCxnSpPr>
        <p:spPr>
          <a:xfrm>
            <a:off x="2002575" y="2747373"/>
            <a:ext cx="101854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30D421-7743-8BF1-8F0E-61C121A4DBED}"/>
              </a:ext>
            </a:extLst>
          </p:cNvPr>
          <p:cNvCxnSpPr>
            <a:cxnSpLocks/>
          </p:cNvCxnSpPr>
          <p:nvPr/>
        </p:nvCxnSpPr>
        <p:spPr>
          <a:xfrm>
            <a:off x="6780247" y="1127986"/>
            <a:ext cx="101854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2F33C2-E3F8-F94A-82E7-3B18F342260F}"/>
                  </a:ext>
                </a:extLst>
              </p:cNvPr>
              <p:cNvSpPr txBox="1"/>
              <p:nvPr/>
            </p:nvSpPr>
            <p:spPr>
              <a:xfrm>
                <a:off x="4851901" y="2365346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2F33C2-E3F8-F94A-82E7-3B18F3422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901" y="2365346"/>
                <a:ext cx="11697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54BDE0-A5BA-CFFF-8C16-B081486140E7}"/>
                  </a:ext>
                </a:extLst>
              </p:cNvPr>
              <p:cNvSpPr txBox="1"/>
              <p:nvPr/>
            </p:nvSpPr>
            <p:spPr>
              <a:xfrm>
                <a:off x="9318503" y="423334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54BDE0-A5BA-CFFF-8C16-B08148614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503" y="423334"/>
                <a:ext cx="11697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6A5B442-5563-32D3-1873-EA1457D4EC77}"/>
              </a:ext>
            </a:extLst>
          </p:cNvPr>
          <p:cNvCxnSpPr>
            <a:stCxn id="15" idx="2"/>
          </p:cNvCxnSpPr>
          <p:nvPr/>
        </p:nvCxnSpPr>
        <p:spPr>
          <a:xfrm rot="16200000" flipH="1">
            <a:off x="5029518" y="1862571"/>
            <a:ext cx="876228" cy="1108054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ED67F3-D120-9686-6B39-A42ECBE6149C}"/>
                  </a:ext>
                </a:extLst>
              </p:cNvPr>
              <p:cNvSpPr txBox="1"/>
              <p:nvPr/>
            </p:nvSpPr>
            <p:spPr>
              <a:xfrm>
                <a:off x="6665043" y="663848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ED67F3-D120-9686-6B39-A42ECBE61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043" y="663848"/>
                <a:ext cx="116975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C85895-0043-71D3-FF9B-91E1D791168D}"/>
              </a:ext>
            </a:extLst>
          </p:cNvPr>
          <p:cNvCxnSpPr>
            <a:cxnSpLocks/>
          </p:cNvCxnSpPr>
          <p:nvPr/>
        </p:nvCxnSpPr>
        <p:spPr>
          <a:xfrm>
            <a:off x="11554187" y="1127986"/>
            <a:ext cx="101854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D7464D-0B78-EA1E-4DEE-DA788703FE78}"/>
                  </a:ext>
                </a:extLst>
              </p:cNvPr>
              <p:cNvSpPr txBox="1"/>
              <p:nvPr/>
            </p:nvSpPr>
            <p:spPr>
              <a:xfrm>
                <a:off x="11427398" y="663848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D7464D-0B78-EA1E-4DEE-DA788703F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7398" y="663848"/>
                <a:ext cx="116975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BFC93B-595D-DAB5-C03A-3D18082E5D00}"/>
                  </a:ext>
                </a:extLst>
              </p:cNvPr>
              <p:cNvSpPr txBox="1"/>
              <p:nvPr/>
            </p:nvSpPr>
            <p:spPr>
              <a:xfrm>
                <a:off x="9419474" y="2182735"/>
                <a:ext cx="11697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BFC93B-595D-DAB5-C03A-3D18082E5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474" y="2182735"/>
                <a:ext cx="116975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AAEB28E-15B1-9AB8-65F6-5D6B9FA45F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77" y="4335673"/>
            <a:ext cx="8752764" cy="662126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745041-55CA-1057-41ED-9912CCE7D0CD}"/>
              </a:ext>
            </a:extLst>
          </p:cNvPr>
          <p:cNvCxnSpPr>
            <a:cxnSpLocks/>
          </p:cNvCxnSpPr>
          <p:nvPr/>
        </p:nvCxnSpPr>
        <p:spPr>
          <a:xfrm>
            <a:off x="9681255" y="1952786"/>
            <a:ext cx="0" cy="9276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B029E01-3A30-2A32-F795-C14610573A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9675961" y="1148000"/>
            <a:ext cx="2896521" cy="1732405"/>
          </a:xfrm>
          <a:prstGeom prst="bentConnector3">
            <a:avLst>
              <a:gd name="adj1" fmla="val -18"/>
            </a:avLst>
          </a:prstGeom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CBFEEC8-6D82-7E7C-5F29-6EFF37C9BDC6}"/>
              </a:ext>
            </a:extLst>
          </p:cNvPr>
          <p:cNvCxnSpPr>
            <a:cxnSpLocks/>
          </p:cNvCxnSpPr>
          <p:nvPr/>
        </p:nvCxnSpPr>
        <p:spPr>
          <a:xfrm rot="10800000">
            <a:off x="7200106" y="1158847"/>
            <a:ext cx="2475852" cy="1721562"/>
          </a:xfrm>
          <a:prstGeom prst="bentConnector3">
            <a:avLst>
              <a:gd name="adj1" fmla="val 100363"/>
            </a:avLst>
          </a:prstGeom>
          <a:ln w="762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Graphic 55" descr="Lightning bolt with solid fill">
            <a:extLst>
              <a:ext uri="{FF2B5EF4-FFF2-40B4-BE49-F238E27FC236}">
                <a16:creationId xmlns:a16="http://schemas.microsoft.com/office/drawing/2014/main" id="{A76FB6B1-F66C-3C7B-4147-4C238CDD3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36734" y="-23781"/>
            <a:ext cx="9144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9C4800-0995-B6FD-403C-023D6730F7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7417" y="439379"/>
            <a:ext cx="523611" cy="337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6F490-5679-DE74-AF9D-7D4A3B74DC4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8150" y="437626"/>
            <a:ext cx="536067" cy="3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DB9CA-4E64-B859-D4B3-7B33438D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54FEBF-7AF1-5D97-CDD5-FD2B1BC7866E}"/>
              </a:ext>
            </a:extLst>
          </p:cNvPr>
          <p:cNvCxnSpPr>
            <a:cxnSpLocks/>
          </p:cNvCxnSpPr>
          <p:nvPr/>
        </p:nvCxnSpPr>
        <p:spPr>
          <a:xfrm flipV="1">
            <a:off x="1973955" y="1124633"/>
            <a:ext cx="1216800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70B302-977D-753A-DD78-BF7F99669955}"/>
                  </a:ext>
                </a:extLst>
              </p:cNvPr>
              <p:cNvSpPr txBox="1"/>
              <p:nvPr/>
            </p:nvSpPr>
            <p:spPr>
              <a:xfrm>
                <a:off x="1863675" y="609167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70B302-977D-753A-DD78-BF7F99669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675" y="609167"/>
                <a:ext cx="116975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3A8FE5-D8C4-AD7C-2480-D283A4559A54}"/>
                  </a:ext>
                </a:extLst>
              </p:cNvPr>
              <p:cNvSpPr txBox="1"/>
              <p:nvPr/>
            </p:nvSpPr>
            <p:spPr>
              <a:xfrm>
                <a:off x="1973955" y="2215453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3A8FE5-D8C4-AD7C-2480-D283A4559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955" y="2215453"/>
                <a:ext cx="116975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72DBAA-B423-57E0-9CFE-2C7C9F8ABB9B}"/>
              </a:ext>
            </a:extLst>
          </p:cNvPr>
          <p:cNvCxnSpPr>
            <a:cxnSpLocks/>
            <a:stCxn id="25" idx="6"/>
            <a:endCxn id="72" idx="2"/>
          </p:cNvCxnSpPr>
          <p:nvPr/>
        </p:nvCxnSpPr>
        <p:spPr>
          <a:xfrm flipV="1">
            <a:off x="4638536" y="1120165"/>
            <a:ext cx="1217259" cy="44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F40622-94F5-58AE-FBDC-72C6D8DEA898}"/>
                  </a:ext>
                </a:extLst>
              </p:cNvPr>
              <p:cNvSpPr txBox="1"/>
              <p:nvPr/>
            </p:nvSpPr>
            <p:spPr>
              <a:xfrm>
                <a:off x="3638311" y="1981876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F40622-94F5-58AE-FBDC-72C6D8DEA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311" y="1981876"/>
                <a:ext cx="11697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EED2FB-24F8-575B-7CDF-F5C71810891B}"/>
                  </a:ext>
                </a:extLst>
              </p:cNvPr>
              <p:cNvSpPr txBox="1"/>
              <p:nvPr/>
            </p:nvSpPr>
            <p:spPr>
              <a:xfrm>
                <a:off x="6150833" y="-25566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EED2FB-24F8-575B-7CDF-F5C718108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833" y="-25566"/>
                <a:ext cx="116975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2436DF5D-17DF-FEA5-1EB1-1B3F39283CC2}"/>
              </a:ext>
            </a:extLst>
          </p:cNvPr>
          <p:cNvCxnSpPr>
            <a:cxnSpLocks/>
            <a:stCxn id="25" idx="4"/>
          </p:cNvCxnSpPr>
          <p:nvPr/>
        </p:nvCxnSpPr>
        <p:spPr>
          <a:xfrm rot="16200000" flipH="1">
            <a:off x="3826861" y="1936309"/>
            <a:ext cx="1250936" cy="1092382"/>
          </a:xfrm>
          <a:prstGeom prst="bentConnector3">
            <a:avLst>
              <a:gd name="adj1" fmla="val 9951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258B8C-180E-5C9D-1B21-942444835BA4}"/>
                  </a:ext>
                </a:extLst>
              </p:cNvPr>
              <p:cNvSpPr txBox="1"/>
              <p:nvPr/>
            </p:nvSpPr>
            <p:spPr>
              <a:xfrm>
                <a:off x="4300989" y="609930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258B8C-180E-5C9D-1B21-942444835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989" y="609930"/>
                <a:ext cx="116975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ED9195-510A-C0C1-93E3-76395978F82B}"/>
              </a:ext>
            </a:extLst>
          </p:cNvPr>
          <p:cNvCxnSpPr>
            <a:cxnSpLocks/>
          </p:cNvCxnSpPr>
          <p:nvPr/>
        </p:nvCxnSpPr>
        <p:spPr>
          <a:xfrm>
            <a:off x="7320591" y="1111875"/>
            <a:ext cx="12168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48074D-8AB6-ED5E-7EA1-71DA2C9DAD28}"/>
                  </a:ext>
                </a:extLst>
              </p:cNvPr>
              <p:cNvSpPr txBox="1"/>
              <p:nvPr/>
            </p:nvSpPr>
            <p:spPr>
              <a:xfrm>
                <a:off x="7169375" y="587208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48074D-8AB6-ED5E-7EA1-71DA2C9D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375" y="587208"/>
                <a:ext cx="116975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9D8383-7DB1-30BB-5A7A-015840E82A69}"/>
                  </a:ext>
                </a:extLst>
              </p:cNvPr>
              <p:cNvSpPr txBox="1"/>
              <p:nvPr/>
            </p:nvSpPr>
            <p:spPr>
              <a:xfrm>
                <a:off x="6450092" y="1982861"/>
                <a:ext cx="1169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9D8383-7DB1-30BB-5A7A-015840E82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092" y="1982861"/>
                <a:ext cx="116975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71A8EEB-C21A-9B97-56F2-0021363E2B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77" y="4335673"/>
            <a:ext cx="8752764" cy="662126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C8C1F0-37BE-BC60-3BBB-A01A2EAB1D2B}"/>
              </a:ext>
            </a:extLst>
          </p:cNvPr>
          <p:cNvCxnSpPr>
            <a:cxnSpLocks/>
          </p:cNvCxnSpPr>
          <p:nvPr/>
        </p:nvCxnSpPr>
        <p:spPr>
          <a:xfrm>
            <a:off x="6595668" y="1852563"/>
            <a:ext cx="0" cy="1216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18A2398-99AA-1741-B53D-80EA0FFFC3E6}"/>
              </a:ext>
            </a:extLst>
          </p:cNvPr>
          <p:cNvCxnSpPr>
            <a:cxnSpLocks/>
          </p:cNvCxnSpPr>
          <p:nvPr/>
        </p:nvCxnSpPr>
        <p:spPr>
          <a:xfrm rot="5400000">
            <a:off x="7518218" y="2116300"/>
            <a:ext cx="1983335" cy="12700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61E1D59-7B25-9932-7305-18EA988EEA86}"/>
              </a:ext>
            </a:extLst>
          </p:cNvPr>
          <p:cNvCxnSpPr>
            <a:cxnSpLocks/>
          </p:cNvCxnSpPr>
          <p:nvPr/>
        </p:nvCxnSpPr>
        <p:spPr>
          <a:xfrm rot="10800000">
            <a:off x="5292587" y="1117666"/>
            <a:ext cx="3210948" cy="1996652"/>
          </a:xfrm>
          <a:prstGeom prst="bentConnector3">
            <a:avLst>
              <a:gd name="adj1" fmla="val 100065"/>
            </a:avLst>
          </a:prstGeom>
          <a:ln w="762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E73339-D54D-01E2-F31B-C008D3D7B79C}"/>
              </a:ext>
            </a:extLst>
          </p:cNvPr>
          <p:cNvGrpSpPr/>
          <p:nvPr/>
        </p:nvGrpSpPr>
        <p:grpSpPr>
          <a:xfrm>
            <a:off x="3173740" y="392236"/>
            <a:ext cx="1464796" cy="1464796"/>
            <a:chOff x="5012995" y="1818050"/>
            <a:chExt cx="2126496" cy="212649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C94211-9B35-95B8-F6F8-B153EB6C646B}"/>
                </a:ext>
              </a:extLst>
            </p:cNvPr>
            <p:cNvSpPr/>
            <p:nvPr/>
          </p:nvSpPr>
          <p:spPr bwMode="auto">
            <a:xfrm>
              <a:off x="5012995" y="1818050"/>
              <a:ext cx="2126496" cy="2126496"/>
            </a:xfrm>
            <a:prstGeom prst="ellipse">
              <a:avLst/>
            </a:prstGeom>
            <a:solidFill>
              <a:srgbClr val="DBEFF9"/>
            </a:solidFill>
            <a:ln w="508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tkinson Hyperlegible Next Med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DD3D8F6-B904-613C-630A-0545906201DF}"/>
                </a:ext>
              </a:extLst>
            </p:cNvPr>
            <p:cNvGrpSpPr/>
            <p:nvPr/>
          </p:nvGrpSpPr>
          <p:grpSpPr>
            <a:xfrm>
              <a:off x="5323738" y="2187294"/>
              <a:ext cx="1487529" cy="1322244"/>
              <a:chOff x="5323738" y="2187294"/>
              <a:chExt cx="1487529" cy="1322244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D9D731C-AF0F-61F6-FCE0-A010D7E19A9D}"/>
                  </a:ext>
                </a:extLst>
              </p:cNvPr>
              <p:cNvSpPr/>
              <p:nvPr/>
            </p:nvSpPr>
            <p:spPr bwMode="auto">
              <a:xfrm>
                <a:off x="5902223" y="2187294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F2DE9A7-96BC-FE58-01AE-D3E4E8665869}"/>
                  </a:ext>
                </a:extLst>
              </p:cNvPr>
              <p:cNvSpPr/>
              <p:nvPr/>
            </p:nvSpPr>
            <p:spPr bwMode="auto">
              <a:xfrm>
                <a:off x="5902223" y="268313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F975D5-BD65-83F7-3A50-054031473C6B}"/>
                  </a:ext>
                </a:extLst>
              </p:cNvPr>
              <p:cNvSpPr/>
              <p:nvPr/>
            </p:nvSpPr>
            <p:spPr bwMode="auto">
              <a:xfrm>
                <a:off x="6480706" y="2435215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852B0B3-0E14-55DE-CF37-9ECEFF3D4FDB}"/>
                  </a:ext>
                </a:extLst>
              </p:cNvPr>
              <p:cNvSpPr/>
              <p:nvPr/>
            </p:nvSpPr>
            <p:spPr bwMode="auto">
              <a:xfrm>
                <a:off x="6480706" y="293105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1C206D9-1D91-509C-96D4-18FF6C2F4D97}"/>
                  </a:ext>
                </a:extLst>
              </p:cNvPr>
              <p:cNvCxnSpPr>
                <a:cxnSpLocks/>
                <a:stCxn id="30" idx="6"/>
                <a:endCxn id="34" idx="2"/>
              </p:cNvCxnSpPr>
              <p:nvPr/>
            </p:nvCxnSpPr>
            <p:spPr>
              <a:xfrm flipV="1">
                <a:off x="6232784" y="2600497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B9DDA29-8A26-CD29-010D-8957E3D07DC6}"/>
                  </a:ext>
                </a:extLst>
              </p:cNvPr>
              <p:cNvCxnSpPr>
                <a:cxnSpLocks/>
                <a:stCxn id="34" idx="2"/>
                <a:endCxn id="27" idx="6"/>
              </p:cNvCxnSpPr>
              <p:nvPr/>
            </p:nvCxnSpPr>
            <p:spPr>
              <a:xfrm flipH="1" flipV="1">
                <a:off x="6232784" y="2352575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E27FAA7-AD6C-41EB-1F22-BB498A5B7795}"/>
                  </a:ext>
                </a:extLst>
              </p:cNvPr>
              <p:cNvCxnSpPr>
                <a:cxnSpLocks/>
                <a:stCxn id="36" idx="2"/>
                <a:endCxn id="30" idx="6"/>
              </p:cNvCxnSpPr>
              <p:nvPr/>
            </p:nvCxnSpPr>
            <p:spPr>
              <a:xfrm flipH="1" flipV="1">
                <a:off x="6232784" y="2848418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BDFB226-BC63-6EB6-5AA0-94E583ED6EFA}"/>
                  </a:ext>
                </a:extLst>
              </p:cNvPr>
              <p:cNvCxnSpPr>
                <a:cxnSpLocks/>
                <a:stCxn id="36" idx="2"/>
                <a:endCxn id="27" idx="6"/>
              </p:cNvCxnSpPr>
              <p:nvPr/>
            </p:nvCxnSpPr>
            <p:spPr>
              <a:xfrm flipH="1" flipV="1">
                <a:off x="6232784" y="235257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5CC9642-7B15-FCFF-73FA-B237F909AFF9}"/>
                  </a:ext>
                </a:extLst>
              </p:cNvPr>
              <p:cNvSpPr/>
              <p:nvPr/>
            </p:nvSpPr>
            <p:spPr bwMode="auto">
              <a:xfrm>
                <a:off x="5902223" y="317897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0903D72-B990-A971-16EA-8F75E2C6DB1C}"/>
                  </a:ext>
                </a:extLst>
              </p:cNvPr>
              <p:cNvCxnSpPr>
                <a:cxnSpLocks/>
                <a:stCxn id="36" idx="2"/>
                <a:endCxn id="48" idx="6"/>
              </p:cNvCxnSpPr>
              <p:nvPr/>
            </p:nvCxnSpPr>
            <p:spPr>
              <a:xfrm flipH="1">
                <a:off x="6232784" y="3096338"/>
                <a:ext cx="247920" cy="247920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58E8E73-6E9E-F285-F5CC-24F8E22C061C}"/>
                  </a:ext>
                </a:extLst>
              </p:cNvPr>
              <p:cNvCxnSpPr>
                <a:cxnSpLocks/>
                <a:stCxn id="34" idx="2"/>
                <a:endCxn id="48" idx="6"/>
              </p:cNvCxnSpPr>
              <p:nvPr/>
            </p:nvCxnSpPr>
            <p:spPr>
              <a:xfrm flipH="1">
                <a:off x="6232784" y="260049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C6F7992-D209-EDF9-545E-2792EA1A4A28}"/>
                  </a:ext>
                </a:extLst>
              </p:cNvPr>
              <p:cNvSpPr/>
              <p:nvPr/>
            </p:nvSpPr>
            <p:spPr bwMode="auto">
              <a:xfrm flipH="1">
                <a:off x="5323738" y="2435215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6A6B179-412A-73DF-A54A-C040FECC0826}"/>
                  </a:ext>
                </a:extLst>
              </p:cNvPr>
              <p:cNvSpPr/>
              <p:nvPr/>
            </p:nvSpPr>
            <p:spPr bwMode="auto">
              <a:xfrm flipH="1">
                <a:off x="5323738" y="293105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1BD031D-6DBF-0B84-6914-D92E6DA47EB1}"/>
                  </a:ext>
                </a:extLst>
              </p:cNvPr>
              <p:cNvCxnSpPr>
                <a:cxnSpLocks/>
                <a:endCxn id="51" idx="2"/>
              </p:cNvCxnSpPr>
              <p:nvPr/>
            </p:nvCxnSpPr>
            <p:spPr>
              <a:xfrm flipH="1" flipV="1">
                <a:off x="5654301" y="2600497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4B28998-C08F-13A6-8E0B-0A44D15CF3BA}"/>
                  </a:ext>
                </a:extLst>
              </p:cNvPr>
              <p:cNvCxnSpPr>
                <a:cxnSpLocks/>
                <a:stCxn id="51" idx="2"/>
              </p:cNvCxnSpPr>
              <p:nvPr/>
            </p:nvCxnSpPr>
            <p:spPr>
              <a:xfrm flipV="1">
                <a:off x="5654301" y="2352575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3D1F211-E0CE-E405-3F3F-EBD8064BDD9B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 flipV="1">
                <a:off x="5654301" y="2848418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6D460AB9-4032-79D0-641A-128404848735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 flipV="1">
                <a:off x="5654301" y="235257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6721EB0-3CC1-B249-9DA1-691DC6F4D510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>
                <a:off x="5654301" y="3096338"/>
                <a:ext cx="247920" cy="247920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A3B0971-0520-29F1-4CC2-63A1FD47EBDC}"/>
                  </a:ext>
                </a:extLst>
              </p:cNvPr>
              <p:cNvCxnSpPr>
                <a:cxnSpLocks/>
                <a:stCxn id="51" idx="2"/>
              </p:cNvCxnSpPr>
              <p:nvPr/>
            </p:nvCxnSpPr>
            <p:spPr>
              <a:xfrm>
                <a:off x="5654301" y="260049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7D4E2B-D9FA-732D-9DEE-CA0228828121}"/>
              </a:ext>
            </a:extLst>
          </p:cNvPr>
          <p:cNvGrpSpPr/>
          <p:nvPr/>
        </p:nvGrpSpPr>
        <p:grpSpPr>
          <a:xfrm>
            <a:off x="511195" y="1984995"/>
            <a:ext cx="1464797" cy="1464797"/>
            <a:chOff x="5012995" y="4529719"/>
            <a:chExt cx="2126496" cy="212649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9199890-23D2-BDCF-9DBE-2D6CB24D5C9C}"/>
                </a:ext>
              </a:extLst>
            </p:cNvPr>
            <p:cNvSpPr/>
            <p:nvPr/>
          </p:nvSpPr>
          <p:spPr bwMode="auto">
            <a:xfrm>
              <a:off x="5012995" y="4529719"/>
              <a:ext cx="2126496" cy="2126496"/>
            </a:xfrm>
            <a:prstGeom prst="ellipse">
              <a:avLst/>
            </a:prstGeom>
            <a:solidFill>
              <a:srgbClr val="7CCA62">
                <a:lumMod val="20000"/>
                <a:lumOff val="8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tkinson Hyperlegible Next Med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2" name="Graphic 61" descr="Database with solid fill">
              <a:extLst>
                <a:ext uri="{FF2B5EF4-FFF2-40B4-BE49-F238E27FC236}">
                  <a16:creationId xmlns:a16="http://schemas.microsoft.com/office/drawing/2014/main" id="{DDE503C5-311A-1B2E-BC26-D1F9961C6B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83836" y="4729451"/>
              <a:ext cx="1997495" cy="1688158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CB090A0-2376-4377-031B-CDC9D4863775}"/>
              </a:ext>
            </a:extLst>
          </p:cNvPr>
          <p:cNvGrpSpPr/>
          <p:nvPr/>
        </p:nvGrpSpPr>
        <p:grpSpPr>
          <a:xfrm>
            <a:off x="511195" y="379476"/>
            <a:ext cx="1464797" cy="1464797"/>
            <a:chOff x="5012995" y="4529719"/>
            <a:chExt cx="2126496" cy="212649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886F9C0-5076-62FA-0F19-4706552AB43F}"/>
                </a:ext>
              </a:extLst>
            </p:cNvPr>
            <p:cNvSpPr/>
            <p:nvPr/>
          </p:nvSpPr>
          <p:spPr bwMode="auto">
            <a:xfrm>
              <a:off x="5012995" y="4529719"/>
              <a:ext cx="2126496" cy="2126496"/>
            </a:xfrm>
            <a:prstGeom prst="ellipse">
              <a:avLst/>
            </a:prstGeom>
            <a:solidFill>
              <a:srgbClr val="DD5800">
                <a:lumMod val="20000"/>
                <a:lumOff val="8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tkinson Hyperlegible Next Med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5" name="Graphic 64" descr="Database with solid fill">
              <a:extLst>
                <a:ext uri="{FF2B5EF4-FFF2-40B4-BE49-F238E27FC236}">
                  <a16:creationId xmlns:a16="http://schemas.microsoft.com/office/drawing/2014/main" id="{567C606C-C243-15CB-2FBA-5DCD734C7F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83836" y="4729451"/>
              <a:ext cx="1997495" cy="1688158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46D6CB6-331F-B039-B4F9-226B0054267D}"/>
              </a:ext>
            </a:extLst>
          </p:cNvPr>
          <p:cNvGrpSpPr/>
          <p:nvPr/>
        </p:nvGrpSpPr>
        <p:grpSpPr>
          <a:xfrm>
            <a:off x="5855795" y="387767"/>
            <a:ext cx="1464796" cy="1464796"/>
            <a:chOff x="5012995" y="1818050"/>
            <a:chExt cx="2126496" cy="2126496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2E51FC-6EC7-781A-B097-BF460B8B936F}"/>
                </a:ext>
              </a:extLst>
            </p:cNvPr>
            <p:cNvSpPr/>
            <p:nvPr/>
          </p:nvSpPr>
          <p:spPr bwMode="auto">
            <a:xfrm>
              <a:off x="5012995" y="1818050"/>
              <a:ext cx="2126496" cy="2126496"/>
            </a:xfrm>
            <a:prstGeom prst="ellipse">
              <a:avLst/>
            </a:prstGeom>
            <a:solidFill>
              <a:srgbClr val="DBEFF9"/>
            </a:solidFill>
            <a:ln w="508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tkinson Hyperlegible Next Med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E050C16-1E4C-E4CD-1F5E-90D24CAE9799}"/>
                </a:ext>
              </a:extLst>
            </p:cNvPr>
            <p:cNvGrpSpPr/>
            <p:nvPr/>
          </p:nvGrpSpPr>
          <p:grpSpPr>
            <a:xfrm>
              <a:off x="5323738" y="2187294"/>
              <a:ext cx="1487529" cy="1322244"/>
              <a:chOff x="5323738" y="2187294"/>
              <a:chExt cx="1487529" cy="132224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C7CED88-A75A-3F45-09F2-AA0F56E1FBDF}"/>
                  </a:ext>
                </a:extLst>
              </p:cNvPr>
              <p:cNvSpPr/>
              <p:nvPr/>
            </p:nvSpPr>
            <p:spPr bwMode="auto">
              <a:xfrm>
                <a:off x="5902223" y="2187294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EEB9499-0E6D-1D65-03B8-7069E35D86DE}"/>
                  </a:ext>
                </a:extLst>
              </p:cNvPr>
              <p:cNvSpPr/>
              <p:nvPr/>
            </p:nvSpPr>
            <p:spPr bwMode="auto">
              <a:xfrm>
                <a:off x="5902223" y="268313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C860EA23-3C50-4F86-3839-E17CAF060BE1}"/>
                  </a:ext>
                </a:extLst>
              </p:cNvPr>
              <p:cNvSpPr/>
              <p:nvPr/>
            </p:nvSpPr>
            <p:spPr bwMode="auto">
              <a:xfrm>
                <a:off x="6480706" y="2435215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A5D1923-FE8F-A23D-662A-0ED74D1C5F10}"/>
                  </a:ext>
                </a:extLst>
              </p:cNvPr>
              <p:cNvSpPr/>
              <p:nvPr/>
            </p:nvSpPr>
            <p:spPr bwMode="auto">
              <a:xfrm>
                <a:off x="6480706" y="293105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A7ECA4B-D763-B417-FADC-B82679BA1802}"/>
                  </a:ext>
                </a:extLst>
              </p:cNvPr>
              <p:cNvCxnSpPr>
                <a:cxnSpLocks/>
                <a:stCxn id="75" idx="6"/>
                <a:endCxn id="76" idx="2"/>
              </p:cNvCxnSpPr>
              <p:nvPr/>
            </p:nvCxnSpPr>
            <p:spPr>
              <a:xfrm flipV="1">
                <a:off x="6232784" y="2600497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10A8AF2-B18E-1CEA-0571-4E5CEC04B3EB}"/>
                  </a:ext>
                </a:extLst>
              </p:cNvPr>
              <p:cNvCxnSpPr>
                <a:cxnSpLocks/>
                <a:stCxn id="76" idx="2"/>
                <a:endCxn id="74" idx="6"/>
              </p:cNvCxnSpPr>
              <p:nvPr/>
            </p:nvCxnSpPr>
            <p:spPr>
              <a:xfrm flipH="1" flipV="1">
                <a:off x="6232784" y="2352575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04257A7-0167-0B95-329D-5D2DBBF3F4A7}"/>
                  </a:ext>
                </a:extLst>
              </p:cNvPr>
              <p:cNvCxnSpPr>
                <a:cxnSpLocks/>
                <a:stCxn id="77" idx="2"/>
                <a:endCxn id="75" idx="6"/>
              </p:cNvCxnSpPr>
              <p:nvPr/>
            </p:nvCxnSpPr>
            <p:spPr>
              <a:xfrm flipH="1" flipV="1">
                <a:off x="6232784" y="2848418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D506FD2-B196-CE6A-69E1-FA4BC75958D0}"/>
                  </a:ext>
                </a:extLst>
              </p:cNvPr>
              <p:cNvCxnSpPr>
                <a:cxnSpLocks/>
                <a:stCxn id="77" idx="2"/>
                <a:endCxn id="74" idx="6"/>
              </p:cNvCxnSpPr>
              <p:nvPr/>
            </p:nvCxnSpPr>
            <p:spPr>
              <a:xfrm flipH="1" flipV="1">
                <a:off x="6232784" y="235257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EBDFCEC-2AF0-FE14-E15D-F9957C73892A}"/>
                  </a:ext>
                </a:extLst>
              </p:cNvPr>
              <p:cNvSpPr/>
              <p:nvPr/>
            </p:nvSpPr>
            <p:spPr bwMode="auto">
              <a:xfrm>
                <a:off x="5902223" y="317897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295D9B53-AC99-7959-84EC-F20120F786BA}"/>
                  </a:ext>
                </a:extLst>
              </p:cNvPr>
              <p:cNvCxnSpPr>
                <a:cxnSpLocks/>
                <a:stCxn id="77" idx="2"/>
                <a:endCxn id="82" idx="6"/>
              </p:cNvCxnSpPr>
              <p:nvPr/>
            </p:nvCxnSpPr>
            <p:spPr>
              <a:xfrm flipH="1">
                <a:off x="6232784" y="3096338"/>
                <a:ext cx="247920" cy="247920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4353E38-55F6-32B1-4D86-5BF11197D046}"/>
                  </a:ext>
                </a:extLst>
              </p:cNvPr>
              <p:cNvCxnSpPr>
                <a:cxnSpLocks/>
                <a:stCxn id="76" idx="2"/>
                <a:endCxn id="82" idx="6"/>
              </p:cNvCxnSpPr>
              <p:nvPr/>
            </p:nvCxnSpPr>
            <p:spPr>
              <a:xfrm flipH="1">
                <a:off x="6232784" y="260049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01E8D52-3CBE-761A-F4DA-229776D9EE0D}"/>
                  </a:ext>
                </a:extLst>
              </p:cNvPr>
              <p:cNvSpPr/>
              <p:nvPr/>
            </p:nvSpPr>
            <p:spPr bwMode="auto">
              <a:xfrm flipH="1">
                <a:off x="5323738" y="2435215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6355F2C4-1952-34B3-5215-64374C87F944}"/>
                  </a:ext>
                </a:extLst>
              </p:cNvPr>
              <p:cNvSpPr/>
              <p:nvPr/>
            </p:nvSpPr>
            <p:spPr bwMode="auto">
              <a:xfrm flipH="1">
                <a:off x="5323738" y="2931057"/>
                <a:ext cx="330561" cy="330561"/>
              </a:xfrm>
              <a:prstGeom prst="ellips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just" defTabSz="932472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8AEA745-9D59-F898-0EB5-BC312F4780E3}"/>
                  </a:ext>
                </a:extLst>
              </p:cNvPr>
              <p:cNvCxnSpPr>
                <a:cxnSpLocks/>
                <a:endCxn id="85" idx="2"/>
              </p:cNvCxnSpPr>
              <p:nvPr/>
            </p:nvCxnSpPr>
            <p:spPr>
              <a:xfrm flipH="1" flipV="1">
                <a:off x="5654301" y="2600497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88ABE24D-5B4C-76A8-CE0C-719E4022157D}"/>
                  </a:ext>
                </a:extLst>
              </p:cNvPr>
              <p:cNvCxnSpPr>
                <a:cxnSpLocks/>
                <a:stCxn id="85" idx="2"/>
              </p:cNvCxnSpPr>
              <p:nvPr/>
            </p:nvCxnSpPr>
            <p:spPr>
              <a:xfrm flipV="1">
                <a:off x="5654301" y="2352575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DEC9CEE-6D4E-EDF7-982F-BB386744CE57}"/>
                  </a:ext>
                </a:extLst>
              </p:cNvPr>
              <p:cNvCxnSpPr>
                <a:cxnSpLocks/>
                <a:stCxn id="86" idx="2"/>
              </p:cNvCxnSpPr>
              <p:nvPr/>
            </p:nvCxnSpPr>
            <p:spPr>
              <a:xfrm flipV="1">
                <a:off x="5654301" y="2848418"/>
                <a:ext cx="247920" cy="247921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AC9F2EE-43E7-AAF1-374A-B5E11A29C309}"/>
                  </a:ext>
                </a:extLst>
              </p:cNvPr>
              <p:cNvCxnSpPr>
                <a:cxnSpLocks/>
                <a:stCxn id="86" idx="2"/>
              </p:cNvCxnSpPr>
              <p:nvPr/>
            </p:nvCxnSpPr>
            <p:spPr>
              <a:xfrm flipV="1">
                <a:off x="5654301" y="235257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7388021-F17D-95D8-C873-135138D24804}"/>
                  </a:ext>
                </a:extLst>
              </p:cNvPr>
              <p:cNvCxnSpPr>
                <a:cxnSpLocks/>
                <a:stCxn id="86" idx="2"/>
              </p:cNvCxnSpPr>
              <p:nvPr/>
            </p:nvCxnSpPr>
            <p:spPr>
              <a:xfrm>
                <a:off x="5654301" y="3096338"/>
                <a:ext cx="247920" cy="247920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C52664D-F8BF-030A-6213-C0ACAF942746}"/>
                  </a:ext>
                </a:extLst>
              </p:cNvPr>
              <p:cNvCxnSpPr>
                <a:cxnSpLocks/>
                <a:stCxn id="85" idx="2"/>
              </p:cNvCxnSpPr>
              <p:nvPr/>
            </p:nvCxnSpPr>
            <p:spPr>
              <a:xfrm>
                <a:off x="5654301" y="2600495"/>
                <a:ext cx="247920" cy="743763"/>
              </a:xfrm>
              <a:prstGeom prst="line">
                <a:avLst/>
              </a:prstGeom>
              <a:solidFill>
                <a:srgbClr val="DBEFF9"/>
              </a:solidFill>
              <a:ln w="50800" cap="flat" cmpd="sng" algn="ctr">
                <a:solidFill>
                  <a:srgbClr val="17406D"/>
                </a:solidFill>
                <a:prstDash val="solid"/>
                <a:headEnd type="none"/>
                <a:tailEnd type="none"/>
              </a:ln>
              <a:effectLst/>
            </p:spPr>
          </p:cxnSp>
        </p:grp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97B96D1-5866-6F9B-55E3-AE21BD88E68A}"/>
              </a:ext>
            </a:extLst>
          </p:cNvPr>
          <p:cNvCxnSpPr>
            <a:cxnSpLocks/>
          </p:cNvCxnSpPr>
          <p:nvPr/>
        </p:nvCxnSpPr>
        <p:spPr>
          <a:xfrm flipV="1">
            <a:off x="1984726" y="2706513"/>
            <a:ext cx="1216800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25CFA2-C05D-B99A-CCD1-2D896E3A2A42}"/>
                  </a:ext>
                </a:extLst>
              </p:cNvPr>
              <p:cNvSpPr txBox="1"/>
              <p:nvPr/>
            </p:nvSpPr>
            <p:spPr>
              <a:xfrm>
                <a:off x="3615490" y="-24107"/>
                <a:ext cx="569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25CFA2-C05D-B99A-CCD1-2D896E3A2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490" y="-24107"/>
                <a:ext cx="569253" cy="461665"/>
              </a:xfrm>
              <a:prstGeom prst="rect">
                <a:avLst/>
              </a:prstGeom>
              <a:blipFill>
                <a:blip r:embed="rId12"/>
                <a:stretch>
                  <a:fillRect l="-2174"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8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595</TotalTime>
  <Words>24</Words>
  <Application>Microsoft Macintosh PowerPoint</Application>
  <PresentationFormat>Custom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Atkinson Hyperlegible Next Medi</vt:lpstr>
      <vt:lpstr>Cambria Math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Dziedzic</dc:creator>
  <cp:lastModifiedBy>Adam Dziedzic</cp:lastModifiedBy>
  <cp:revision>11</cp:revision>
  <dcterms:created xsi:type="dcterms:W3CDTF">2026-02-09T13:07:57Z</dcterms:created>
  <dcterms:modified xsi:type="dcterms:W3CDTF">2026-07-06T14:05:17Z</dcterms:modified>
</cp:coreProperties>
</file>